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</c:v>
                </c:pt>
              </c:strCache>
            </c:strRef>
          </c:tx>
          <c:spPr>
            <a:solidFill>
              <a:srgbClr val="1E20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20632</c:v>
                </c:pt>
                <c:pt idx="1">
                  <c:v>19772</c:v>
                </c:pt>
                <c:pt idx="2">
                  <c:v>11749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53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1594</c:v>
                </c:pt>
                <c:pt idx="1">
                  <c:v>4970</c:v>
                </c:pt>
                <c:pt idx="2">
                  <c:v>3549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Destino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23B"/>
              </a:solidFill>
              <a:effectLst/>
            </c:spPr>
          </c:dPt>
          <c:dPt>
            <c:idx val="1"/>
            <c:bubble3D val="0"/>
            <c:spPr>
              <a:solidFill>
                <a:srgbClr val="1E202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Reestructuración de pasivos</c:v>
                </c:pt>
                <c:pt idx="1">
                  <c:v>Capital operativo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88</c:v>
                </c:pt>
                <c:pt idx="1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0"/>
            <a:ext cx="3291840" cy="5143500"/>
          </a:xfrm>
          <a:prstGeom prst="rect">
            <a:avLst/>
          </a:prstGeom>
          <a:solidFill>
            <a:srgbClr val="E5323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403799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0" descr="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94360"/>
            <a:ext cx="376367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institucional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402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que mantienen al país en movimiento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 Tavares Sociedad Anónima Emisora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Canindeyú · Paraguay · 2026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20116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80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por Gs. 15.000 millones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Quiénes somos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 Tavares S.A.E. </a:t>
            </a:r>
            <a:pPr indent="0" marL="0">
              <a:buNone/>
            </a:pPr>
            <a:r>
              <a:rPr lang="en-US" sz="14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empresa paraguaya dedicada a la comercialización de repuestos, partes y accesorios para camiones, tractocamiones, remolques y maquinaria agrícola.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la venta de repuestos nuevos y reconstruidos con un taller propio de mecánica pesada, tornería, chapería y pintura, bajo la marca Tavares Group.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749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Atendemos a empresas de transporte de carga, productores agrícolas, talleres y compañías de seguros.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0" y="45720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E532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57800" y="54864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5486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la actividad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87452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3F4F5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57800" y="19659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6596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propias en zonas agroproductivas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32918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3F4F5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57800" y="338328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3.259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3832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atendidos entre 2023 y 2025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trayectoria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tres décadas de conocimiento técnico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7863840" cy="0"/>
          </a:xfrm>
          <a:prstGeom prst="line">
            <a:avLst/>
          </a:prstGeom>
          <a:noFill/>
          <a:ln w="19050">
            <a:solidFill>
              <a:srgbClr val="8A8D9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274320" cy="274320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Tavares dos Santos inicia la recuperación y venta de piezas para transporte pesado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0" y="2194560"/>
            <a:ext cx="274320" cy="274320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88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constituye la sociedad como Rey de los Bulones S.A.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0" y="2194560"/>
            <a:ext cx="274320" cy="274320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1546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 el nombre Repuestos Tavares S.A.; consolida la unidad de Katueté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2194560"/>
            <a:ext cx="274320" cy="274320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 los camiones de competición “La Bestia” y “La Furia”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194560"/>
            <a:ext cx="274320" cy="274320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unidad de Campo 9, sobre la Ruta PY 02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2194560"/>
            <a:ext cx="274320" cy="274320"/>
          </a:xfrm>
          <a:prstGeom prst="ellipse">
            <a:avLst/>
          </a:prstGeom>
          <a:solidFill>
            <a:srgbClr val="E5323B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69748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adecúa a la Ley 7572/2025 y pasa a ser Sociedad Anónima Emisora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Propósito y filosofía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3A3D4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83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Proveer repuestos, componentes y servicios técnicos para mantener operativos los vehículos de transporte pesado y la maquinaria agrícola de nuestros clientes.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3444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3A3D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83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referente en Paraguay en repuestos y soluciones técnicas para el transporte pesado y el agro, reconocida por su confiabilidad y cercanía.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E532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“Un vehículo detenido es actividad económica detenida. Nuestro foco es reducir el tiempo de inactividad de cada cliente.”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Presencia y modelo de negocio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los ejes logísticos de la principal zona agroproductiva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F3F4F5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28800"/>
            <a:ext cx="502920" cy="50292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087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KATUETÉ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PY 03 km 355, Canindeyú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Repuestos, taller, tornería y chapería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F3F4F5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3429000"/>
            <a:ext cx="502920" cy="50292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1089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CAMPO 9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Asunción Flores 661, Caaguazú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Ruta PY 02 · abierta en 2023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13716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57,8%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3716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inventario en repuestos Scania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331720"/>
            <a:ext cx="3657600" cy="0"/>
          </a:xfrm>
          <a:prstGeom prst="line">
            <a:avLst/>
          </a:prstGeom>
          <a:noFill/>
          <a:ln w="9525">
            <a:solidFill>
              <a:srgbClr val="D5D7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0" y="24231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583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4231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en 2025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3383280"/>
            <a:ext cx="3657600" cy="0"/>
          </a:xfrm>
          <a:prstGeom prst="line">
            <a:avLst/>
          </a:prstGeom>
          <a:noFill/>
          <a:ln w="9525">
            <a:solidFill>
              <a:srgbClr val="D5D7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34747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3,3%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47472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del mayor cliente: cartera atomizada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Desempeño y calificación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millones de guaraníes · Fuente: Feller Rate, septiembre 2026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325880"/>
            <a:ext cx="2834640" cy="1371600"/>
          </a:xfrm>
          <a:prstGeom prst="roundRect">
            <a:avLst>
              <a:gd name="adj" fmla="val 6667"/>
            </a:avLst>
          </a:prstGeom>
          <a:solidFill>
            <a:srgbClr val="1E20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3504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 RIESGO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691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BBB-py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Feller Rate · Tendencia estable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8803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30,2%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8803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Ebitda, jun. 2026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34472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+12,9%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4472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vs. igual período 2025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4014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2,1x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401421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financiera / Ebitda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 de Bonos G1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 · Características principales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DEL PROGRAMA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15.000.000.000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7180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54680" y="13716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en una o más series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4231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a 3.650 días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71800" y="242316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24231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MÍNIMO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1.000.000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4747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Común, a sola firma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347472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3F4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54680" y="34747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Valores del Paraguay (CAVAPY)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DE LOS FONDOS</a:t>
            </a:r>
            <a:endParaRPr lang="en-US" sz="10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577840" y="1554480"/>
          <a:ext cx="31089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669280" y="3794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88%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reestructuración de pasivos de corto plazo (Gs. 13.200 M)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12%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operativo (Gs. 1.800 M)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343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de obligacionistas: Mersan Abogados SRL · Agente organizador: National Consultant S.A.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E5323B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057400"/>
            <a:ext cx="29626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pic>
        <p:nvPicPr>
          <p:cNvPr id="4" name="Image 0" descr="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94560"/>
            <a:ext cx="2688336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49040" y="548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Conversemos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4630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KATUETÉ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6642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03 km 355, Canindeyú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0986 730 782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22402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CAMPO 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4414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Asunción Flores 661, Caaguazú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0983 510 885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30175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21868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financiero@tavaresgroup.com.py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comercial@tavaresgroup.com.py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794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RUC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9959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tavaresgroup.com.py · 80052858-1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490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invertir, informese cabalmente sobre la situación de la sociedad emisora. La inscripción no implica juicio de valor de la SIV sobre la emisión.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Institucional – Repuestos Tavares S.A.E.</dc:title>
  <dc:subject>PptxGenJS Presentation</dc:subject>
  <dc:creator>PptxGenJS</dc:creator>
  <cp:lastModifiedBy>PptxGenJS</cp:lastModifiedBy>
  <cp:revision>1</cp:revision>
  <dcterms:created xsi:type="dcterms:W3CDTF">2026-09-29T12:59:22Z</dcterms:created>
  <dcterms:modified xsi:type="dcterms:W3CDTF">2026-09-29T12:59:22Z</dcterms:modified>
</cp:coreProperties>
</file>