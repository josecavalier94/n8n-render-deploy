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1E20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Jun.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20632</c:v>
                </c:pt>
                <c:pt idx="1">
                  <c:v>19772</c:v>
                </c:pt>
                <c:pt idx="2">
                  <c:v>11749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E53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Jun.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1594</c:v>
                </c:pt>
                <c:pt idx="1">
                  <c:v>4970</c:v>
                </c:pt>
                <c:pt idx="2">
                  <c:v>3549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Destino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23B"/>
              </a:solidFill>
              <a:effectLst/>
            </c:spPr>
          </c:dPt>
          <c:dPt>
            <c:idx val="1"/>
            <c:bubble3D val="0"/>
            <c:spPr>
              <a:solidFill>
                <a:srgbClr val="1E20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Reestructuración de pasivos</c:v>
                </c:pt>
                <c:pt idx="1">
                  <c:v>Capital operativo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se/katue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403799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4" name="Image 1" descr="logo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3763670" cy="640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institucional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Repuestos que mantienen al país en movimiento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 Tavares Sociedad Anónima Emisora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Katueté · Canindeyú · Paraguay · 2026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120640" y="34290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5323B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EMISIÓN GLOBAL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Bonos · Gs. 15.000 millones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se/campo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34340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E2023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7432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Campo 9 · Ruta PY 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365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Quiénes somos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0058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paraguaya especializada en repuestos, partes y accesorios para camiones, tractocamiones, remolques y maquinaria agrícola, con taller propio de mecánica pesada, tornería, chapería y pintura. Opera bajo la marca Tavares Group.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06240" y="25146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3F4F5"/>
          </a:solidFill>
          <a:ln/>
        </p:spPr>
      </p:sp>
      <p:sp>
        <p:nvSpPr>
          <p:cNvPr id="8" name="Shape 5"/>
          <p:cNvSpPr/>
          <p:nvPr/>
        </p:nvSpPr>
        <p:spPr>
          <a:xfrm>
            <a:off x="4389120" y="2788920"/>
            <a:ext cx="411480" cy="411480"/>
          </a:xfrm>
          <a:prstGeom prst="ellipse">
            <a:avLst/>
          </a:prstGeom>
          <a:solidFill>
            <a:srgbClr val="E532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8348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834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Proveer repuestos, componentes y servicios técnicos para mantener operativos los vehículos y equipos de nuestros clientes.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06240" y="361188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3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3886200"/>
            <a:ext cx="411480" cy="411480"/>
          </a:xfrm>
          <a:prstGeom prst="ellipse">
            <a:avLst/>
          </a:prstGeom>
          <a:solidFill>
            <a:srgbClr val="1E202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983480" y="3703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referente en Paraguay en soluciones técnicas para el transporte pesado y el agro.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4800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se/hier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3291840" cy="3566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3657600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1E2023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9436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 original del negocio · años 90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A3D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“Del hierro viejo a una red de repuestos”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trayectoria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617720" y="1234440"/>
            <a:ext cx="0" cy="3291840"/>
          </a:xfrm>
          <a:prstGeom prst="line">
            <a:avLst/>
          </a:prstGeom>
          <a:noFill/>
          <a:ln w="19050">
            <a:solidFill>
              <a:srgbClr val="C4C6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07992" y="1225296"/>
            <a:ext cx="219456" cy="219456"/>
          </a:xfrm>
          <a:prstGeom prst="ellipse">
            <a:avLst/>
          </a:prstGeom>
          <a:solidFill>
            <a:srgbClr val="1E2023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0972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0972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Tavares dos Santos inicia la recuperación y venta de piezas para transporte pesado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07992" y="1801368"/>
            <a:ext cx="219456" cy="219456"/>
          </a:xfrm>
          <a:prstGeom prst="ellipse">
            <a:avLst/>
          </a:prstGeom>
          <a:solidFill>
            <a:srgbClr val="1E2023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6733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16733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constituye la sociedad (Rey de los Bulones S.A.)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07992" y="2377440"/>
            <a:ext cx="219456" cy="219456"/>
          </a:xfrm>
          <a:prstGeom prst="ellipse">
            <a:avLst/>
          </a:prstGeom>
          <a:solidFill>
            <a:srgbClr val="1E2023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24942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2494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 el nombre Repuestos Tavares S.A. y consolida la unidad de Katueté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07992" y="2953512"/>
            <a:ext cx="219456" cy="219456"/>
          </a:xfrm>
          <a:prstGeom prst="ellipse">
            <a:avLst/>
          </a:prstGeom>
          <a:solidFill>
            <a:srgbClr val="1E2023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28254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8254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los camiones de competición “La Bestia” y “La Furia”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07992" y="3529584"/>
            <a:ext cx="219456" cy="219456"/>
          </a:xfrm>
          <a:prstGeom prst="ellipse">
            <a:avLst/>
          </a:prstGeom>
          <a:solidFill>
            <a:srgbClr val="1E2023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34015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401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unidad de Campo 9, sobre la Ruta PY 02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07992" y="4105656"/>
            <a:ext cx="219456" cy="219456"/>
          </a:xfrm>
          <a:prstGeom prst="ellipse">
            <a:avLst/>
          </a:prstGeom>
          <a:solidFill>
            <a:srgbClr val="E5323B"/>
          </a:solidFill>
          <a:ln w="25400">
            <a:solidFill>
              <a:srgbClr val="F3F4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3977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3977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adecúa a la Ley 7572/2025: Sociedad Anónima Emisora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y servicios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transporte pesado y el agro necesitan, en un solo lugar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A3D4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E532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Repuestos nuevos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476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transmisión, cabina y carrocería, frenos y sistema eléctrico. Fuerte especialización en Scania.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A3D41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E53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reconstruidas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9476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Cabinas, motores, cajas y diferenciales recuperados: el origen histórico de la firma.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A3D41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246120"/>
            <a:ext cx="640080" cy="640080"/>
          </a:xfrm>
          <a:prstGeom prst="ellipse">
            <a:avLst/>
          </a:prstGeom>
          <a:solidFill>
            <a:srgbClr val="E532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Vehículos y carretas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478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 y tractocamiones usados; acoplados y semirremolques nuevos y usados.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3A3D41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E532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taller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5478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pesada, tornería, chapería y pintura: vendemos el repuesto y lo colocamos.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Presencia y clientes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los ejes logísticos de la principal zona agroproductiva</a:t>
            </a:r>
            <a:endParaRPr lang="en-US" sz="1200" dirty="0"/>
          </a:p>
        </p:txBody>
      </p:sp>
      <p:pic>
        <p:nvPicPr>
          <p:cNvPr id="4" name="Image 0" descr="use/katue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402336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063240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1E2023">
              <a:alpha val="85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Katueté (Canindeyú)</a:t>
            </a:r>
            <a:endParaRPr lang="en-US" sz="1000" dirty="0"/>
          </a:p>
        </p:txBody>
      </p:sp>
      <p:pic>
        <p:nvPicPr>
          <p:cNvPr id="7" name="Image 1" descr="use/campo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25880"/>
            <a:ext cx="4023360" cy="2103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00600" y="3063240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1E2023">
              <a:alpha val="85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80060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Campo 9 (Caaguazú)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6118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9436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3.259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atendidos entre 2023 y 2025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578608" y="36118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715768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2715768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mayor cliente: cartera atomizada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0016" y="36118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37176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583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4837176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en 2025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821424" y="36118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58584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57,8%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958584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inventario en repuestos Scania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y calificación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en millones de guaraníes · Fuente: Feller Rate, septiembre 2026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258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E202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3504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 RIESGO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BBB-py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Feller Rate · Tendencia estable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80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30,2%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880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Ebitda, jun. 2026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4472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4472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vs. igual período 2025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40142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2,1x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40142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financiera / Ebitda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Bonos G1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Emisión Global · Características principales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DEL PROGRAMA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Gs. 15.000.000.000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71800" y="13716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54680" y="1371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en una o más series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591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a 3.650 días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23591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23591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MÍNIMO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Gs. 1.000.000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46704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Común, a sola firma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3346704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3F4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54680" y="3346704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</a:t>
            </a:r>
            <a:endParaRPr lang="en-US" sz="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Valores del Paraguay (CAVAPY)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DE LOS FONDOS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577840" y="1554480"/>
          <a:ext cx="3108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66928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88% </a:t>
            </a:r>
            <a:pPr indent="0" marL="0">
              <a:buNone/>
            </a:pPr>
            <a:r>
              <a:rPr lang="en-US" sz="10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de pasivos de corto plazo (Gs. 13.200 M)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12% </a:t>
            </a:r>
            <a:pPr indent="0" marL="0">
              <a:buNone/>
            </a:pPr>
            <a:r>
              <a:rPr lang="en-US" sz="1050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operativo (Gs. 1.800 M)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de obligacionistas: Mersan Abogados SRL · Agente organizador: National Consultant S.A.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vista previa · Sujeto a registro ante la Superintendencia de Valores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5323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057400"/>
            <a:ext cx="296265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4" name="Image 0" descr="logo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4560"/>
            <a:ext cx="2688336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749040" y="548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Conversemos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3749040" y="1463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KATUETÉ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664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03 km 355, Canindeyú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Tel. 0986 730 782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CAMPO 9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441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Asunción Flores 661, Caaguazú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Tel. 0983 510 885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3017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3218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financiero@tavaresgroup.com.py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comercial@tavaresgroup.com.py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7947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5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RUC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3995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tavaresgroup.com.py · 80052858-1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invertir, informese cabalmente sobre la situación de la sociedad emisora. La inscripción no implica juicio de valor de la SIV sobre la emisión.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Institucional – Repuestos Tavares S.A.E.</dc:title>
  <dc:subject>PptxGenJS Presentation</dc:subject>
  <dc:creator>PptxGenJS</dc:creator>
  <cp:lastModifiedBy>PptxGenJS</cp:lastModifiedBy>
  <cp:revision>1</cp:revision>
  <dcterms:created xsi:type="dcterms:W3CDTF">2026-09-29T13:08:59Z</dcterms:created>
  <dcterms:modified xsi:type="dcterms:W3CDTF">2026-09-29T13:08:59Z</dcterms:modified>
</cp:coreProperties>
</file>